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77556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rPr dirty="0"/>
              <a:t>PROJECT REVIEW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592" y="2410378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8FAFC"/>
                </a:solidFill>
              </a:defRPr>
            </a:pPr>
            <a:r>
              <a:rPr dirty="0" err="1"/>
              <a:t>ResQMesh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3497893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rPr dirty="0"/>
              <a:t>A Delay-Tolerant Bluetooth Mesh Network for Autonomous SOS Broadcasting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3873418"/>
            <a:ext cx="3657600" cy="5486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9487" y="3929257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 dirty="0"/>
              <a:t>When the grid fails, the community becomes the network.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DB27A4-4675-4F78-171B-FBE5DEC17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9861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2844B3-1D2E-8F42-6AF2-D9C4E69C89E3}"/>
              </a:ext>
            </a:extLst>
          </p:cNvPr>
          <p:cNvSpPr txBox="1"/>
          <p:nvPr/>
        </p:nvSpPr>
        <p:spPr>
          <a:xfrm>
            <a:off x="3151574" y="4477897"/>
            <a:ext cx="6152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M.SHIVA PREETHAM     23J21A0594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PASHAM SHASHANK     23J21A05B4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K.L.TARAK PRATAP         23J21A0578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M.</a:t>
            </a:r>
            <a:r>
              <a:rPr lang="en-US" sz="2400">
                <a:solidFill>
                  <a:schemeClr val="bg2"/>
                </a:solidFill>
              </a:rPr>
              <a:t>VAISHNAVI                 23J21A05A4</a:t>
            </a:r>
            <a:br>
              <a:rPr lang="en-US" sz="2400">
                <a:solidFill>
                  <a:schemeClr val="bg2"/>
                </a:solidFill>
              </a:rPr>
            </a:br>
            <a:br>
              <a:rPr lang="en-US" sz="2400">
                <a:solidFill>
                  <a:schemeClr val="bg2"/>
                </a:solidFill>
              </a:rPr>
            </a:br>
            <a:r>
              <a:rPr lang="en-US" sz="2400">
                <a:solidFill>
                  <a:schemeClr val="bg2"/>
                </a:solidFill>
              </a:rPr>
              <a:t>Under </a:t>
            </a:r>
            <a:r>
              <a:rPr lang="en-US" sz="2400" dirty="0">
                <a:solidFill>
                  <a:schemeClr val="bg2"/>
                </a:solidFill>
              </a:rPr>
              <a:t>the </a:t>
            </a:r>
            <a:r>
              <a:rPr lang="en-US" sz="2400">
                <a:solidFill>
                  <a:schemeClr val="bg2"/>
                </a:solidFill>
              </a:rPr>
              <a:t>guidance of </a:t>
            </a:r>
            <a:r>
              <a:rPr lang="en-US" sz="2400" dirty="0">
                <a:solidFill>
                  <a:schemeClr val="bg2"/>
                </a:solidFill>
              </a:rPr>
              <a:t>Mrs</a:t>
            </a:r>
            <a:r>
              <a:rPr lang="en-US" sz="2400">
                <a:solidFill>
                  <a:schemeClr val="bg2"/>
                </a:solidFill>
              </a:rPr>
              <a:t>. P. Swarna Latha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49C6F-C7A2-75F9-B1E5-0ABA68C53A3E}"/>
              </a:ext>
            </a:extLst>
          </p:cNvPr>
          <p:cNvSpPr txBox="1"/>
          <p:nvPr/>
        </p:nvSpPr>
        <p:spPr>
          <a:xfrm>
            <a:off x="4678533" y="2361632"/>
            <a:ext cx="281422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The Problem: The 50-House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Why traditional alerting systems fail during zero-connectivity events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828800"/>
            <a:ext cx="41148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INFRASTRUCTURE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Cellular Towers (eNodeB) Offline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828800"/>
            <a:ext cx="68580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1. The Grid Collapse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Severe storms, floods, or power grid failures sever cellular towers and fiber backhauls. Citizens are instantly isolated in a total communication blackout.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383280"/>
            <a:ext cx="68580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2. The Neighborhood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Imagine 50 houses. House 12 has a medical emergency. Rescue teams are delayed, and capable neighbors 50m away are completely unaware because texts fail.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4937760"/>
            <a:ext cx="68580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5120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3. The Hardware Barrier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486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Satellite phones (Garmin inReach) and custom radios (LoRa mesh) exist, but their prohibitive cost means the average neighborhood has zero penetration.</a:t>
            </a:r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C94EC157-031F-C751-6062-81C0374A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309" y="29528"/>
            <a:ext cx="1851379" cy="1312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The Solution: ResQMesh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Transforming everyday Android smartphones into an ad-hoc emergency relay network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01168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Infrastructure-Less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Operates entirely without cellular towers, Wi-Fi routers, or manual Bluetooth pairing using native BLE broadcasting.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Panic-First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Massive, single-tap SOS button. In high-stress situations, cognitive load drops to zero. No forms to fill 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Local Mobilization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Wakes up bystander devices, overriding silent mode with a full-screen siren and red navigation map.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Optional Context: Users can tap 3-second smart chips (Medical, Fire, Trapped) before hitting SOS for rapid triage.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7477-9E2A-AC37-C5A9-CD08C2AF4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444E92-1C68-B807-1BBC-830A0D7D1783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837268-6C9E-5D7E-BEEA-75FF6FEF2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83" y="1863509"/>
            <a:ext cx="10019071" cy="403320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63D6D0-C6D9-607C-204A-262825460BC8}"/>
              </a:ext>
            </a:extLst>
          </p:cNvPr>
          <p:cNvSpPr txBox="1"/>
          <p:nvPr/>
        </p:nvSpPr>
        <p:spPr>
          <a:xfrm>
            <a:off x="761999" y="800099"/>
            <a:ext cx="555890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bg1"/>
                </a:solidFill>
                <a:latin typeface="Space Grotesk"/>
              </a:rPr>
              <a:t>Zero Infrastructure Dependency</a:t>
            </a:r>
          </a:p>
        </p:txBody>
      </p:sp>
    </p:spTree>
    <p:extLst>
      <p:ext uri="{BB962C8B-B14F-4D97-AF65-F5344CB8AC3E}">
        <p14:creationId xmlns:p14="http://schemas.microsoft.com/office/powerpoint/2010/main" val="82788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Core Technology &amp;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Architected for zero-configuration, delay-tolerant multi-hop deployment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8288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Google Nearby Connections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Utilizes the P2P_CLUSTER topology. Enables M-to-N amorphous mesh networks, allowing devices to act as both receivers and broadcasters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Epidemic Routing (Flooding)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 Delay-Tolerant Network (DTN) model. Packets are broadcasted to all nearby peers. Mules store the packet, carry it physically, and forward it to new peers.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Hardware Agnostic Abstraction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Abstracts complex BLE GATT handshakes and MTU sizing, bypassing extreme fragmentation across different Android OEMs (Samsung, Xiaomi, etc.).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Zero-Internet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Designed to operate natively in pure Airplane Mode. The engine only requires the Bluetooth radio to be active to execute the entire hop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System Workflow: The 3-Step 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Autonomous lifecycle of a disaster packet from victim to responders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28600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STEP 1: ORIGINATOR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House A (Victim)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Victim presses SOS. App captures real-time GPS and battery life, generating the compressed micro-packet. Device is completely offline.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06B6D4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28600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STEP 2: DATA MULE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House B (Neighbor)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749039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A neighbor's offline phone silently receives and caches the packet via Bluetooth. Local screen wakes up to alert them to help.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06B6D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28600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STEP 3: THE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House C (Network Edge)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749039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Neighbor moves toward an active cell tower. Gateway phone detects internet and automatically dispatches native SMS to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Routing &amp; Backend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Preventing infinite loops and broadcast storms in the mesh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INCOMING BLE PACKET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8FAFC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msg_id exist in DB?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⬇ 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291840"/>
            <a:ext cx="2286000" cy="73152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DROP PACKET</a:t>
            </a:r>
            <a:br/>
            <a:r>
              <a:t>(Prevents Storms)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8745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➔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82880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TTL &gt; 0?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⬇ 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291840"/>
            <a:ext cx="2286000" cy="73152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DROP PACKET</a:t>
            </a:r>
            <a:br/>
            <a:r>
              <a:t>(Max Hops Reached)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18745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➔ YES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58400" y="2560320"/>
            <a:ext cx="0" cy="237744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5029200"/>
            <a:ext cx="103327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EXECUTE LOCAL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FAFC"/>
                </a:solidFill>
              </a:defRPr>
            </a:pPr>
            <a:r>
              <a:t>1. Decrement TTL by 1   |   2. Save to SQLite Room DB   |   3. Trigger Audio Siren UI   |   4. Re-broadcast to new peers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Native Android Architecture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Layered software design ensuring autonomous background execution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0" y="2011680"/>
            <a:ext cx="941832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Presentation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Jetpack Compose, FullScreenIntent (Siren Overrides)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108960"/>
            <a:ext cx="941832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Mesh Networking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Google Nearby Connections API (P2P_CLUSTER), BLE Adv.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06240"/>
            <a:ext cx="941832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4526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Persistence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Room Database (SQLite), SHA-256 Deduplication Hashing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56235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Gateway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Foreground Services (START_STICKY), Android SmsManager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Micro-Payload Serialization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Why maintaining a packet size &lt; 350 Bytes is critical for network survival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82880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The Environmental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In chaos, people move rapidly. Two stranger phones might only be in Bluetooth range for 1 to 2 seconds. A massive packet will drop. A &lt;350 byte JSON/Protobuf payload transfers in under 80 milliseconds, guaranteeing success during fleeting encounters.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891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msg_id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</a:defRPr>
            </a:pPr>
            <a:r>
              <a:t>36 Bytes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3891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lat / lon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</a:defRPr>
            </a:pPr>
            <a:r>
              <a:t>16 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438912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4617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timestamp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</a:defRPr>
            </a:pPr>
            <a:r>
              <a:t>8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38912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617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83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</a:defRPr>
            </a:pPr>
            <a:r>
              <a:t>2 Bytes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438912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4617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triage_type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</a:defRPr>
            </a:pPr>
            <a:r>
              <a:t>1 Byte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Total Payload Size: &lt; 350 Bytes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Impact, Advantages &amp; The SDK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Moving from a standalone utility to a systemic disaster protocol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011680"/>
            <a:ext cx="539496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Current State: Standalone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• Requires proactive community installation.</a:t>
            </a:r>
            <a:br/>
            <a:br/>
            <a:r>
              <a:t>• Zero-Cost Infrastructure: No cell towers, Wi-Fi routers, or custom hardware required.</a:t>
            </a:r>
            <a:br/>
            <a:br/>
            <a:r>
              <a:t>• Highly effective for closed communities (campuses, residential complexes).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39496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Future Vision: Mesh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10896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</a:defRPr>
            </a:pPr>
            <a:r>
              <a:t>• ResQMesh is built as a modular routing engine.</a:t>
            </a:r>
            <a:br/>
            <a:br/>
            <a:r>
              <a:t>• If integrated into highly penetrated apps (like WhatsApp or Google Pay), millions of phones instantly become passive relay nodes.</a:t>
            </a:r>
            <a:br/>
            <a:br/>
            <a:r>
              <a:t>• Transforms ordinary citizens into an autonomous rescue network overnight.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1371-11BC-AAED-FCD5-87E93063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05C7A7-E81B-50A8-2D7F-8AA9EA8AB64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F51084-C5F3-4F90-DA7A-2AC1E9D4A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06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Future Scope: Phase 2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Expanding beyond Public SOS to advanced tactical communications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01168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Targeted Offline 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Enabling users to route private, targeted text messages to specific family members via the mesh bridge.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Asymmetric Crypto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Adding End-to-End Encryption (E2EE) so intermediate 'Data Mules' cannot read private family messages.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AI-Powered NLP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AI parses incoming custom messages at the cloud gateway to tag severity and dispatch specific resources.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FAFC"/>
                </a:solidFill>
              </a:defRPr>
            </a:pPr>
            <a:r>
              <a:t>Smart Routing ML: Implementing dynamic TTL adjustments based on predicted node movement to conserve battery life.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4ACD7-A36C-2F92-5974-B7227E27A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899" y="-88777"/>
            <a:ext cx="12348839" cy="7111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102A22-FFC0-C086-DCD1-E0BE2552B988}"/>
              </a:ext>
            </a:extLst>
          </p:cNvPr>
          <p:cNvSpPr txBox="1"/>
          <p:nvPr/>
        </p:nvSpPr>
        <p:spPr>
          <a:xfrm>
            <a:off x="4545365" y="2967335"/>
            <a:ext cx="3098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321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964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Bernard MT Condensed</vt:lpstr>
      <vt:lpstr>Calibri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Manda Shiva Preetham</cp:lastModifiedBy>
  <cp:revision>6</cp:revision>
  <dcterms:created xsi:type="dcterms:W3CDTF">2013-01-27T09:14:16Z</dcterms:created>
  <dcterms:modified xsi:type="dcterms:W3CDTF">2026-10-14T06:10:50Z</dcterms:modified>
  <cp:category/>
</cp:coreProperties>
</file>